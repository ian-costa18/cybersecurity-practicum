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(~10s):
     • "Hi — this is my third progress update on the multi-party authorization
       proxy."
     • "Last cycle I finished the written design; this cycle I actually built
       it." Then move straight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(~30s, HARD CAP):
     • "Quick recap for anyone who missed a video: this is a proxy that requires
       multiple people to approve a sensitive action before it runs, and the
       headline case is publishing a package to PyPI."
     • "The first cycle was research — I showed how one compromised maintainer can
       ship to everyone."
     • "The second was the full written design: the specifications, the ADRs, and
       a threat model. I also renamed it from Multi-Signature to Multi-Party."
     • Don't retell the story — just set the baseline so this cycle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(~90s):
     • "This cycle I shifted from writing specs to building — the MVP now runs
       end-to-end, and it comes to about 12,700 lines of code and tests across 29
       reviewed pull requests this cycle."
     • "The flow is three steps. First, intercept: a developer uploads with their
       normal tooling, the proxy catches the upload, holds the file, and
       fingerprints it with a SHA-256 hash."
     • "Second, approve: the configured approvers each cast a signed yes-or-no
       vote, and every vote is appended to a log that nobody can edit after the
       fact — and it waits until a quorum agrees."
     • "Third, publish: right before sending, the proxy re-verifies that
       fingerprint so the file can't have been swapped underneath it, and only
       then forwards it on to PyPI."
     • "Around all of that is the supporting machinery — email alerts, an audit
       trail, the approver and admin portals, and Docker packaging."
     • "And to show the design is general and not PyPI-specific, the same approval
       engine already drives a second use case — granting temporary web access."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(~60s):
     • "Next steps, in order. The security results hinge on the threat model, so
       that comes first — I'll finish enumerating the threats and map each one to
       a public industry framework."
     • "Then I build the evaluation suite out of those threats and the user
       stories: each threat becomes something I can check — a passing test, an
       argued design property, an operator setting, or an accepted limitation —
       and I'll reuse the tests I've already written rather than start over."
     • "Finally I run the suite, gather the numbers, and start outlining the final
       report. The order matters: I can't score the system before I know what I'm
       scoring it against."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(~40s): the video ENDS here — protected slot, do not rush.
     • "Last thing — a question for the group. My final deliverable is a security
       score: I grade the proxy against a list of threats, and the score is really
       just how many threats fall into each bucket."
     • "The problem is I wrote that threat list myself, with AI, so the score is
       grading its own homework — if I missed a threat, I also miss it in the
       grade."
     • "To avoid that blind spot I want to anchor the list to a public taxonomy.
       MITRE ATT&amp;CK is broad and I already know it; SLSA and the CNCF catalog are
       narrower but supply-chain-specific."
     • "So: which should I anchor to, and does grounding it in a public framework
       actually close the self-grading blind spot?"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Multi-Party Authorization Proxy</dc:title>
  <dc:subject>PptxGenJS Presentation</dc:subject>
  <dc:creator>Created by Marp</dc:creator>
  <cp:lastModifiedBy>Created by Marp</cp:lastModifiedBy>
  <cp:revision>1</cp:revision>
  <dcterms:created xsi:type="dcterms:W3CDTF">2026-06-29T01:44:09Z</dcterms:created>
  <dcterms:modified xsi:type="dcterms:W3CDTF">2026-06-29T01:44:09Z</dcterms:modified>
</cp:coreProperties>
</file>